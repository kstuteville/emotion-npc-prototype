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Kaylie Stutevill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Inter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30T17:13:03.309">
    <p:pos x="817" y="549"/>
    <p:text>What is affective computing, theories of emotion, how affect is used in interactive systems- games and agents</p:text>
  </p:cm>
  <p:cm authorId="0" idx="2" dt="2025-10-30T17:13:38.035">
    <p:pos x="817" y="649"/>
    <p:text>for detection and conversation systems: emotion recognition methods, datasets and their limitations, conversation design with emotional inputs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cad381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cad381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cad3815a2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cad3815a2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into 2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Highlevel overview- intervention in game dev pipline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things in the development process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Things we r doing to streamline the current pipeline – how does this improve on current processes- more efficiency, reduce time, easier accessible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What does this open up in terms of new games-&gt; new possibilities in new games → living, completely interactable game world→ multitude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dfa201ce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dfa201ce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cad3815a2_1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cad3815a2_1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Right now, building interactive environments is time-consuming and resource-heavy.</a:t>
            </a:r>
            <a:br>
              <a:rPr lang="en"/>
            </a:br>
            <a:r>
              <a:rPr lang="en"/>
              <a:t> Large studios can afford teams of designers to tag and test affordances across thousands of assets — smaller studios simply can’t.</a:t>
            </a:r>
            <a:br>
              <a:rPr lang="en"/>
            </a:br>
            <a:r>
              <a:rPr lang="en"/>
              <a:t> That creates an accessibility gap in the industry: rich, interactive worlds are a privilege of scale.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intervention closes that gap.</a:t>
            </a:r>
            <a:br>
              <a:rPr lang="en"/>
            </a:br>
            <a:r>
              <a:rPr lang="en"/>
              <a:t> It automates affordance tagging directly from 3D geometry meaning even a small studio or classroom can create objects that ‘understand’ what they afford.</a:t>
            </a:r>
            <a:br>
              <a:rPr lang="en"/>
            </a:br>
            <a:r>
              <a:rPr lang="en"/>
              <a:t> It’s intuitive, no ML background needed, and it brings the same expressive power of big studios to independent creators.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the player side, it also improves accessibility and clarity — affordances become consistent and predictable across games, making it easier for players to know what they can do in the world.”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cad3815a2_1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cad3815a2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now, when game designers import a chair or table into Unreal, they have to manually define every collider, tag, and interaction. We’re trying to build a geometry-aware ML system that automates that, something that understands shapes the way humans do. That means faster workflows, accessible design tools, and a step toward game worlds that feel alive and consistent.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fa201ce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dfa201ce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into 2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Highlevel overview- intervention in game dev pipline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things in the development process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Things we r doing to streamline the current pipeline – how does this improve on current processes- more efficiency, reduce time, easier accessible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What does this open up in terms of new games-&gt; new possibilities in new games → living, completely interactable game world→ multitude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fa201ce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dfa201ce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dfa201ce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dfa201ce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fa201ce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dfa201ce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cad3815a2_1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cad3815a2_1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dfa201ce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dfa201ce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For Theory &amp; Background Slide / Section: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the Oxford Handbook and the appraisal models chapter to explain: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is affective computing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Key theories of emotion (e.g., appraisal theory)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affect is used in interactive systems (games, agents)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For Detection &amp; Conversation Systems: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the Poria et al. paper + the 2024 survey to cover: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Emotion recognition methods (face, voice, text)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Datasets and their limitations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Conversation design with emotional inputs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For UX / Empirical Constraints: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dataset reviews or open access data papers to show: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challenges exist (accuracy, ambiguity, culture, modality)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Why you’re limiting to 3 emotions for your prototype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Why you’re doing smoothing, latency control, etc.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dfa201ce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dfa201ce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now, when game designers import a chair or table into Unreal, they have to manually define every collider, tag, and interaction. We’re trying to build a geometry-aware ML system that automates that, something that understands shapes the way humans do. That means faster workflows, accessible design tools, and a step toward game worlds that feel alive and consistent.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fa201ce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dfa201ce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>
            <p:ph idx="2" type="pic"/>
          </p:nvPr>
        </p:nvSpPr>
        <p:spPr>
          <a:xfrm>
            <a:off x="6099100" y="1796550"/>
            <a:ext cx="2724600" cy="23343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3"/>
          <p:cNvSpPr txBox="1"/>
          <p:nvPr>
            <p:ph type="title"/>
          </p:nvPr>
        </p:nvSpPr>
        <p:spPr>
          <a:xfrm>
            <a:off x="228600" y="749904"/>
            <a:ext cx="55095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" type="subTitle"/>
          </p:nvPr>
        </p:nvSpPr>
        <p:spPr>
          <a:xfrm>
            <a:off x="320100" y="4790990"/>
            <a:ext cx="1805400" cy="1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hyperlink" Target="https://github.com/Kstuteville/Emotion-NPC-Prototype" TargetMode="External"/><Relationship Id="rId5" Type="http://schemas.openxmlformats.org/officeDocument/2006/relationships/hyperlink" Target="https://doi.org/10.1109/ACCESS.2019.2929050" TargetMode="External"/><Relationship Id="rId6" Type="http://schemas.openxmlformats.org/officeDocument/2006/relationships/hyperlink" Target="https://doi.org/10.1007/978-3-031-61281-7_24" TargetMode="External"/><Relationship Id="rId7" Type="http://schemas.openxmlformats.org/officeDocument/2006/relationships/hyperlink" Target="https://link.springer.com/article/10.1007/s10462-024-11010-y?utm_source=chatgpt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226375" y="199050"/>
            <a:ext cx="9246000" cy="17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Feeling seen: Emotional Presence in NPC Interaction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Enhancing Presence Through Real-Time Player Emotion Detection</a:t>
            </a:r>
            <a:endParaRPr sz="2000"/>
          </a:p>
        </p:txBody>
      </p:sp>
      <p:sp>
        <p:nvSpPr>
          <p:cNvPr id="139" name="Google Shape;139;p14"/>
          <p:cNvSpPr txBox="1"/>
          <p:nvPr>
            <p:ph idx="4294967295" type="subTitle"/>
          </p:nvPr>
        </p:nvSpPr>
        <p:spPr>
          <a:xfrm>
            <a:off x="5786953" y="4804825"/>
            <a:ext cx="3128400" cy="1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140" name="Google Shape;140;p14"/>
          <p:cNvSpPr txBox="1"/>
          <p:nvPr>
            <p:ph idx="4294967295" type="sldNum"/>
          </p:nvPr>
        </p:nvSpPr>
        <p:spPr>
          <a:xfrm>
            <a:off x="8366700" y="4793240"/>
            <a:ext cx="457200" cy="1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Inter"/>
                <a:ea typeface="Inter"/>
                <a:cs typeface="Inter"/>
                <a:sym typeface="Inter"/>
              </a:rPr>
              <a:t>‹#›</a:t>
            </a:fld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14672" y="231825"/>
            <a:ext cx="70389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Overview 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14675" y="743850"/>
            <a:ext cx="70389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Digital characters in games often behave like scripted machines → predictable, emotionally flat, and indifferent to the player’s mood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Players, meanwhile bring real emotions into play: </a:t>
            </a:r>
            <a:r>
              <a:rPr lang="en" sz="1700"/>
              <a:t>frustration</a:t>
            </a:r>
            <a:r>
              <a:rPr lang="en" sz="1700"/>
              <a:t>, joy, curiosity, irritations.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Our project asks: </a:t>
            </a:r>
            <a:r>
              <a:rPr b="1" lang="en" sz="1700"/>
              <a:t>what happens when a game character can </a:t>
            </a:r>
            <a:r>
              <a:rPr b="1" lang="en" sz="1700"/>
              <a:t>actually</a:t>
            </a:r>
            <a:r>
              <a:rPr b="1" lang="en" sz="1700"/>
              <a:t> notice and respond? 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Research Aim:</a:t>
            </a:r>
            <a:r>
              <a:rPr b="1" lang="en" sz="2417"/>
              <a:t> </a:t>
            </a:r>
            <a:r>
              <a:rPr lang="en" sz="1817"/>
              <a:t>To explore how </a:t>
            </a:r>
            <a:r>
              <a:rPr b="1" lang="en" sz="1817"/>
              <a:t>emotional responsiveness</a:t>
            </a:r>
            <a:r>
              <a:rPr lang="en" sz="1817"/>
              <a:t>→ through facial-expression and voice cues—can transform a purely robotic NPC into a character that feels socially </a:t>
            </a:r>
            <a:r>
              <a:rPr i="1" lang="en" sz="1817"/>
              <a:t>present</a:t>
            </a:r>
            <a:r>
              <a:rPr lang="en" sz="1817"/>
              <a:t>.</a:t>
            </a:r>
            <a:endParaRPr sz="181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17"/>
              <a:t>We’re testing whether small, real-time reactions (tone, animation, lighting, personality) make players perceive stronger connection, empathy, and “aliveness.”</a:t>
            </a:r>
            <a:endParaRPr sz="181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17"/>
              <a:t>Concept overview: An interactive villager prototype that bridges the gap between robotic systems and human connection through emotion-aware design.</a:t>
            </a:r>
            <a:endParaRPr sz="181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Description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0546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screen NPC Character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Detects player facial emotion in real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Reacts physically (posture, animation, gaze, lighting)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Listens to player speech and generates short mood-aligned replies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Displays personality and boundaries (sarcasm when challenged, friendliness when greeted)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Interaction Loop: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Walk up → It perceives your expression → You speak → It replies with matching attitude and tone.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Outcome→ small but polished emotional-presnece prototype that demonstrates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Real-time emotion detection working in a game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Believable NPC behavior driven by player affect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UX insights about designing emotionally reciprocal AI characters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304714" y="393750"/>
            <a:ext cx="7038900" cy="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This?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350900" y="891000"/>
            <a:ext cx="7259100" cy="37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characters feel alive when they notice us.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Strengthens emotional connection in storytelling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Enhances presence in gameplay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Supports human-technology emotional literacy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Emerging tech direction in AAA + VR experiences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Optional stat callout: “Over 70% of player feedback in narrative games relates to emotional immersion.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Games are emotional spaces. Players routinely project feelings onto characters, yet most NPCs remain emotionally static, locked to canned behabiors regardless of the player’s mood. The gap is fascinating. If a digital character could subtly read and respond based to a player’s facial expressions, even in a small way, the interaction could feel more alive.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aim of this project is to explore whether emotional mirroring: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Increases the sense of presence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Improves player empathy towards NPCs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Helps players feel seen by technology in a positive way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Deepens storytelling in even the simplest interaction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 investigate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how real-time emotional responsiveness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affects: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• player immersion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• perceived “aliveness” of NPCs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• empathy + presence in interaction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0286" y="660675"/>
            <a:ext cx="7038900" cy="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Already Think We Know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351000" y="1180200"/>
            <a:ext cx="7038900" cy="32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Initial assumptions (soon to be tested)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• Real-time emotion feedback feels human</a:t>
            </a:r>
            <a:br>
              <a:rPr lang="en" sz="1400"/>
            </a:br>
            <a:r>
              <a:rPr lang="en" sz="1400"/>
              <a:t> • Faster + more subtle reaction = more believable</a:t>
            </a:r>
            <a:br>
              <a:rPr lang="en" sz="1400"/>
            </a:br>
            <a:r>
              <a:rPr lang="en" sz="1400"/>
              <a:t> • Players want technology to understand them</a:t>
            </a:r>
            <a:br>
              <a:rPr lang="en" sz="1400"/>
            </a:br>
            <a:r>
              <a:rPr lang="en" sz="1400"/>
              <a:t> • Some emotion types (joy, surprise) are easier to detect reliably</a:t>
            </a:r>
            <a:br>
              <a:rPr lang="en" sz="1400"/>
            </a:br>
            <a:r>
              <a:rPr lang="en" sz="1400"/>
              <a:t> • Too-strong reactions might feel creepy or invasive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0" y="62700"/>
            <a:ext cx="7446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Mess Map: Emotional NPC Interaction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0" name="Google Shape;170;p19" title="Untitled_Artwork 3.png"/>
          <p:cNvPicPr preferRelativeResize="0"/>
          <p:nvPr/>
        </p:nvPicPr>
        <p:blipFill rotWithShape="1">
          <a:blip r:embed="rId3">
            <a:alphaModFix/>
          </a:blip>
          <a:srcRect b="0" l="-9781" r="0" t="-9781"/>
          <a:stretch/>
        </p:blipFill>
        <p:spPr>
          <a:xfrm>
            <a:off x="2407125" y="-248050"/>
            <a:ext cx="6683924" cy="53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and Research Focus (add to)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What makes players feel emotionally </a:t>
            </a:r>
            <a:r>
              <a:rPr i="1" lang="en" sz="1800"/>
              <a:t>noticed</a:t>
            </a:r>
            <a:r>
              <a:rPr lang="en" sz="1800"/>
              <a:t> by an NPC?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• How much responsiveness is needed to shift perception from “robotic” to “alive”?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• Does personality (playful, defensive, curious) strengthen connection?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• Which emotional triggers feel delightful vs. uncomfortable?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• How do misreads impact immersion and trust?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77265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 Survey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Testing overview: Goal is to understand </a:t>
            </a:r>
            <a:r>
              <a:rPr lang="en"/>
              <a:t>how players experience emotional presence when an NPC reacts to their expressions and tone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format: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Playtesting sessions (10 -15 mins each)</a:t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1-6 participants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Individual sessions so each person interacts directly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Conducted in setup with webcam and mic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Once each participant tests→ completes a short survey + debrief interview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Collection Methods:</a:t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Observation recording (with permission)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Quick post interaction survey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Short interview or discussion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will run short individual playtests where participants interact with the emotion-responsive NPC and then complete a brief survey and debrief interview to measure perceived presence, empathy, and comfort. The goal is to evaluate how emotional responsiveness changes the quality of human–machine connection.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115089" y="617411"/>
            <a:ext cx="70389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Possibilities for Game Design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1128375" y="1176050"/>
            <a:ext cx="7038900" cy="31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NEW POSSIBILITIES AND OPPORTUNITIES IF WE SUCCEED</a:t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Emotion as Input, not use Output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→ Games could adjust difficulty or pacing based on visible frustration or fatigue.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Horror games could detect real fear and modulate tension (imagine AI noticing you </a:t>
            </a:r>
            <a:r>
              <a:rPr i="1" lang="en">
                <a:latin typeface="Arial"/>
                <a:ea typeface="Arial"/>
                <a:cs typeface="Arial"/>
                <a:sym typeface="Arial"/>
              </a:rPr>
              <a:t>aren’t scared enough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Cozy or narrative games could slow down, soften tone, or offer empathy when you look stressed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1701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NPCs as Emotional Mirrors→</a:t>
            </a:r>
            <a:r>
              <a:rPr lang="en" sz="141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17">
                <a:latin typeface="Arial"/>
                <a:ea typeface="Arial"/>
                <a:cs typeface="Arial"/>
                <a:sym typeface="Arial"/>
              </a:rPr>
              <a:t>Your prototype demonstrates how NPCs can act like </a:t>
            </a:r>
            <a:r>
              <a:rPr b="1" lang="en" sz="1217">
                <a:latin typeface="Arial"/>
                <a:ea typeface="Arial"/>
                <a:cs typeface="Arial"/>
                <a:sym typeface="Arial"/>
              </a:rPr>
              <a:t>emotional mirrors</a:t>
            </a:r>
            <a:r>
              <a:rPr lang="en" sz="1217">
                <a:latin typeface="Arial"/>
                <a:ea typeface="Arial"/>
                <a:cs typeface="Arial"/>
                <a:sym typeface="Arial"/>
              </a:rPr>
              <a:t> — subtly matching or contrasting a player’s tone to create social realism</a:t>
            </a:r>
            <a:endParaRPr sz="1417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Companions who comfort you or tease you depending on your mood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Shopkeepers who treat you differently if you look grumpy or tired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4000"/>
              <a:buChar char="●"/>
            </a:pPr>
            <a:r>
              <a:rPr lang="en">
                <a:solidFill>
                  <a:schemeClr val="accent2"/>
                </a:solidFill>
              </a:rPr>
              <a:t>Mood-Driven Narrative Systems→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raditional branching narratives rely on explicit player choices (“Say yes / Say no”). An emotional-responsive system could branch </a:t>
            </a:r>
            <a:r>
              <a:rPr i="1" lang="en" sz="1250">
                <a:latin typeface="Arial"/>
                <a:ea typeface="Arial"/>
                <a:cs typeface="Arial"/>
                <a:sym typeface="Arial"/>
              </a:rPr>
              <a:t>implicitly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, using real-time affect.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28527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A character reacts with concern because you looked anxious during dialogue.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story’s lighting and music adapt to match the player’s emotional tone.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1701"/>
              <a:buChar char="●"/>
            </a:pPr>
            <a:r>
              <a:rPr lang="en">
                <a:solidFill>
                  <a:schemeClr val="accent2"/>
                </a:solidFill>
              </a:rPr>
              <a:t>Rehumanizing AI Characters→ </a:t>
            </a:r>
            <a:r>
              <a:rPr lang="en" sz="1217">
                <a:latin typeface="Arial"/>
                <a:ea typeface="Arial"/>
                <a:cs typeface="Arial"/>
                <a:sym typeface="Arial"/>
              </a:rPr>
              <a:t> positions game AIs as </a:t>
            </a:r>
            <a:r>
              <a:rPr b="1" lang="en" sz="1217">
                <a:latin typeface="Arial"/>
                <a:ea typeface="Arial"/>
                <a:cs typeface="Arial"/>
                <a:sym typeface="Arial"/>
              </a:rPr>
              <a:t>emotionally readable agents</a:t>
            </a:r>
            <a:r>
              <a:rPr lang="en" sz="1217">
                <a:latin typeface="Arial"/>
                <a:ea typeface="Arial"/>
                <a:cs typeface="Arial"/>
                <a:sym typeface="Arial"/>
              </a:rPr>
              <a:t> rather than code puppets</a:t>
            </a:r>
            <a:endParaRPr sz="1417"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Characters who don’t just talk </a:t>
            </a:r>
            <a:r>
              <a:rPr i="1" lang="en"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you, but </a:t>
            </a:r>
            <a:r>
              <a:rPr i="1" lang="en"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you.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Conversations feel more like improv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Procedural NPCs that have individual moods, making crowds feel alive.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Texts/Research docs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873050"/>
            <a:ext cx="7038900" cy="3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Github: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https://github.com/Kstuteville/Emotion-NPC-Prototype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12">
                <a:latin typeface="Calibri"/>
                <a:ea typeface="Calibri"/>
                <a:cs typeface="Calibri"/>
                <a:sym typeface="Calibri"/>
              </a:rPr>
              <a:t>Affective Computing</a:t>
            </a:r>
            <a:endParaRPr b="1"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Calvo, R. A., D’Mello, S., Gratch, J. (Jonathan M., &amp; Kappas, A. (Eds.). (2015). The Oxford handbook of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affective computing. Oxford University Press. 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Poria, S., Majumder, N., Mihalcea, R., &amp; Hovy, E. (2019). Emotion Recognition in Conversation: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Research Challenges, Datasets, and Recent Advances. IEEE Access, 7, 100943–100953.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 u="sng">
                <a:latin typeface="Calibri"/>
                <a:ea typeface="Calibri"/>
                <a:cs typeface="Calibri"/>
                <a:sym typeface="Calibri"/>
                <a:hlinkClick r:id="rId5"/>
              </a:rPr>
              <a:t>https://doi.org/10.1109/ACCESS.2019.2929050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Hama, K., Otsuka, A., &amp; Ishii, R. (2024). Emotion Recognition in Conversation with Multi-step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Prompting Using Large Language Model. In SOCIAL COMPUTING AND SOCIAL MEDIA, PT I,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>
                <a:latin typeface="Calibri"/>
                <a:ea typeface="Calibri"/>
                <a:cs typeface="Calibri"/>
                <a:sym typeface="Calibri"/>
              </a:rPr>
              <a:t>SCSM 2024 (Vol. 14703, pp. 338–346). Springer Nature Switzerland.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 u="sng">
                <a:latin typeface="Calibri"/>
                <a:ea typeface="Calibri"/>
                <a:cs typeface="Calibri"/>
                <a:sym typeface="Calibri"/>
                <a:hlinkClick r:id="rId6"/>
              </a:rPr>
              <a:t>https://doi.org/10.1007/978-3-031-61281-7_24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https://link.springer.com/article/10.1007/s10462-024-11010-y?</a:t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0286" y="660675"/>
            <a:ext cx="7038900" cy="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Inspiration &amp; Precedents</a:t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1351000" y="1180200"/>
            <a:ext cx="7038900" cy="32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Initial assumptions (soon to be tested)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 few smart references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• LA Noire (facial reading gameplay)</a:t>
            </a:r>
            <a:br>
              <a:rPr lang="en" sz="1400"/>
            </a:br>
            <a:r>
              <a:rPr lang="en" sz="1400"/>
              <a:t> • Hellblade (inner emotional feedback systems)</a:t>
            </a:r>
            <a:br>
              <a:rPr lang="en" sz="1400"/>
            </a:br>
            <a:r>
              <a:rPr lang="en" sz="1400"/>
              <a:t> • VTubing reactive avatars</a:t>
            </a:r>
            <a:br>
              <a:rPr lang="en" sz="1400"/>
            </a:br>
            <a:r>
              <a:rPr lang="en" sz="1400"/>
              <a:t> • Research in affective computing for education + therapy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Week Map</a:t>
            </a:r>
            <a:endParaRPr/>
          </a:p>
        </p:txBody>
      </p:sp>
      <p:pic>
        <p:nvPicPr>
          <p:cNvPr id="211" name="Google Shape;211;p26" title="Screenshot 2025-10-28 at 5.43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303" y="670575"/>
            <a:ext cx="4743348" cy="3802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